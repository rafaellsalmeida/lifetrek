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7044538"/>
  <p:notesSz cx="7044538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faelalmeida/lifetrek/tmp/ronaldo-2026-05-05-sources/outputs/cylinder-pointed-bur-12s-mcxl-nova/cylinder-pointed-bur-12s-mcxl-nova.desenho-ronaldo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0445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Lifetrek Medical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cylinder-pointed-bur-12s-mcxl-nova</dc:title>
  <dc:subject>Desenho tecnico preliminar</dc:subject>
  <dc:creator>Lifetrek Medical</dc:creator>
  <cp:lastModifiedBy>Lifetrek Medical</cp:lastModifiedBy>
  <cp:revision>1</cp:revision>
  <dcterms:created xsi:type="dcterms:W3CDTF">2026-05-05T14:06:57Z</dcterms:created>
  <dcterms:modified xsi:type="dcterms:W3CDTF">2026-05-05T14:06:57Z</dcterms:modified>
</cp:coreProperties>
</file>