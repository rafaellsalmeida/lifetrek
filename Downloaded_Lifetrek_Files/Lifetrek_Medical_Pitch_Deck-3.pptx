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FETREK_MASTER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03A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5836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Lifetrek Medical</a:t>
            </a:r>
            <a:endParaRPr lang="en-US" sz="1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3A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Lifetrek Medical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457200" y="34747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Manufatura Contratada ISO 13485 para Implantes e Instrumentos Cirúrgicos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14400" y="43891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CAD ao componente embalado em sala limpa, com qualidade zero-defeito e rastreabilidade regulatória completa.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200400" y="5303520"/>
            <a:ext cx="2743200" cy="45720"/>
          </a:xfrm>
          <a:prstGeom prst="rect">
            <a:avLst/>
          </a:prstGeom>
          <a:solidFill>
            <a:srgbClr val="EF7737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3A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Quem Fabricamos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1828800" cy="36576"/>
          </a:xfrm>
          <a:prstGeom prst="rect">
            <a:avLst/>
          </a:prstGeom>
          <a:solidFill>
            <a:srgbClr val="EF7737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Parceiros que não podem comprometer a vida dos seus pacientes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737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OEMs de Implantes Ortopédicos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057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Trauma, coluna, extremidades superiores e inferiores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560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Fabricantes de Dispositivos Dentais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8803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Implantes, instrumentos e componentes protéticos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3383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Empresas de Implantes Veterinários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3703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Dispositivos ortopédicos para animais de grande e pequeno porte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Hospitais e Sistemas de Saúde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4526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Instrumentos cirúrgicos customizados e ferramentas específicas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Parceiros OEM / Contract Manufacturing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5349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Empresas que precisam de capacidade de manufatura certificada ISO 13485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5669280"/>
            <a:ext cx="8229600" cy="731520"/>
          </a:xfrm>
          <a:prstGeom prst="rect">
            <a:avLst/>
          </a:prstGeom>
          <a:solidFill>
            <a:srgbClr val="003A5D"/>
          </a:solidFill>
          <a:ln w="25400">
            <a:solidFill>
              <a:srgbClr val="EF773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576072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"Se seu produto entra em um corpo humano ou animal, nós fabricamos como se nossa própria vida dependesse disso."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3A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Problema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1828800" cy="36576"/>
          </a:xfrm>
          <a:prstGeom prst="rect">
            <a:avLst/>
          </a:prstGeom>
          <a:solidFill>
            <a:srgbClr val="EF7737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Desafios comuns na manufatura de dispositivos médicos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73736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Qualidade Inconsistente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05740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Tolerâncias que variam entre lotes, causando recalls e custos ocultos de retrabalho.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301752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Documentação Fraca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333756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Falta de rastreabilidade lote-a-lote e registros auditáveis para reguladores.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429768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Atrasos em Lançamentos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461772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 times imprevisíveis que atrasam estudos clínicos e aprovações de mercado.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846320" y="173736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Riscos de Contaminação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846320" y="205740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Oficinas sem ambiente controlado que comprometem a esterilidade do produto final.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846320" y="301752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Fornecedores sem ISO 13485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846320" y="333756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Parceiros que não entendem requisitos médicos e não têm sistemas de qualidade certificados.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846320" y="429768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 Lote Ruim = Dano Permanente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846320" y="461772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Reputação destruída, confiança de médicos perdida e processos legais custosos.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3A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Nossa Promessa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1828800" cy="36576"/>
          </a:xfrm>
          <a:prstGeom prst="rect">
            <a:avLst/>
          </a:prstGeom>
          <a:solidFill>
            <a:srgbClr val="EF7737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Lifetrek Medical = Manufatura "sem surpresas"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737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Foco Exclusivo Médico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057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30+ anos exclusivamente em implantes e instrumentos cirúrgicos. Não fazemos automotive, aerospace ou consumer. Apenas medical.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560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QMS Certificado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8803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 13485:2016 completo, com auditorias anuais. Sistemas de qualidade que funcionam de verdade.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3383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Mentalidade Zero-Defeito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3703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CMM ZEISS 3D, inspeção óptica automatizada, análise de dureza e rugosidade. Medimos tudo, documentamos tudo.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Pronto Para Auditoria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4526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Rastreabilidade completa desde matéria-prima até embalagem final. Seus auditores vão adorar nossos arquivos.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3A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Fazemos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1828800" cy="36576"/>
          </a:xfrm>
          <a:prstGeom prst="rect">
            <a:avLst/>
          </a:prstGeom>
          <a:solidFill>
            <a:srgbClr val="EF7737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Implantes Ortopédicos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69164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Placas e parafusos de trauma, sistemas de fusão espinhal, implantes de membros superiores/inferiores, fixação craniana.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265176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Instrumentos Cirúrgicos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97180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Brocas, fresas, alargadores, guides de perfuração, instrumentais para cirurgias complexas e ferramentas customizadas.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846320" y="137160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Dispositivos Dentais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846320" y="169164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Implantes dentários, pilares protéticos, componentes para sistemas de fixação e instrumentos específicos.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846320" y="265176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Implantes Veterinários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46320" y="297180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Dispositivos ortopédicos para animais de grande e pequeno porte, placas, parafusos e sistemas de fixação veterinários.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3A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Fazemos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1828800" cy="36576"/>
          </a:xfrm>
          <a:prstGeom prst="rect">
            <a:avLst/>
          </a:prstGeom>
          <a:solidFill>
            <a:srgbClr val="EF7737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desenho a componentes sterile-ready em 6 etapas controladas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737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Engenharia de Valor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057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Revisão DFM, otimização para manufaturabilidade, seleção de materiais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560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Programação CAM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8803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Estratégias de usinagem, simulação de colisão, validação de ferramentas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3383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Usinagem de Precisão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3703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Swiss-type, 5-axis, multi-tasking com controle SPC em tempo real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Acabamento de Superfície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4526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Eletropolimento, passivação, anodização, laser marking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Inspeção e Metrologia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5349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CMM 3D, óptica automatizada, testes de dureza e rugosidade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5852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Embalagem Sterile-Ready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" y="6172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Sala limpa ISO 8, embalagem validada, rotulagem rastreável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3A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Equipamentos de Manufatura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1828800" cy="36576"/>
          </a:xfrm>
          <a:prstGeom prst="rect">
            <a:avLst/>
          </a:prstGeom>
          <a:solidFill>
            <a:srgbClr val="EF7737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Tecnologia de ponta para precisão micrométrica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73736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Citizen L20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05740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Swiss-type CNC para peças de alta precisão até Ø20mm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301752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Citizen M32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333756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Multi-tasking para geometrias complexas até Ø32mm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846320" y="173736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Doosan Lynx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846320" y="205740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Torneamento CNC de alta velocidade e rigidez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846320" y="301752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FANUC Robodrill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846320" y="333756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Centro de usinagem 5-axis para instrumentos e componentes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3A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Laboratório de Metrologia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1828800" cy="36576"/>
          </a:xfrm>
          <a:prstGeom prst="rect">
            <a:avLst/>
          </a:prstGeom>
          <a:solidFill>
            <a:srgbClr val="EF7737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Precisão certificada em cada medição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73736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ZEISS Contura CMM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05740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Máquina de medição por coordenadas 3D com precisão micrométrica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301752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Inspeção Óptica CNC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333756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 automatizado de medição óptica para controle dimensional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846320" y="173736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Análise de Rugosidade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846320" y="205740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Perfilômetros para caracterização de superfície Ra, Rz, Rmax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846320" y="301752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Dureza e Metalografia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846320" y="333756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Testes Rockwell, Vickers e análise microestrutural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3A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Cleanrooms ISO 8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1828800" cy="36576"/>
          </a:xfrm>
          <a:prstGeom prst="rect">
            <a:avLst/>
          </a:prstGeom>
          <a:solidFill>
            <a:srgbClr val="EF7737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Ambiente controlado para embalagem sterile-ready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737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Classificação ISO 8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057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Ambiente com controle de partículas, temperatura e umidade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560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Fluxo Laminar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8803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Estações de trabalho com ar filtrado HEPA para operações críticas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3383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Embalagem Validada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3703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Processos de selagem validados para esterilização terminal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Rastreabilidade Total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4526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componente rastreável desde matéria-prima até embalagem final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3A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Nossos Clientes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1828800" cy="36576"/>
          </a:xfrm>
          <a:prstGeom prst="rect">
            <a:avLst/>
          </a:prstGeom>
          <a:solidFill>
            <a:srgbClr val="EF7737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Parceiros que confiam em nossa qualidade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20116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003A5D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CPMH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651760" y="1828800"/>
            <a:ext cx="20116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003A5D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Evolve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846320" y="1828800"/>
            <a:ext cx="20116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003A5D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FGM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040880" y="1828800"/>
            <a:ext cx="20116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003A5D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GMI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468880"/>
            <a:ext cx="20116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003A5D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HCS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651760" y="2468880"/>
            <a:ext cx="20116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003A5D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Impol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846320" y="2468880"/>
            <a:ext cx="20116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003A5D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Implanfix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040880" y="2468880"/>
            <a:ext cx="20116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003A5D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IOL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3108960"/>
            <a:ext cx="20116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003A5D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Plenum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651760" y="3108960"/>
            <a:ext cx="20116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003A5D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Medens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46320" y="3108960"/>
            <a:ext cx="20116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003A5D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Neoortho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040880" y="3108960"/>
            <a:ext cx="20116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003A5D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OBL Dental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" y="3749040"/>
            <a:ext cx="20116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003A5D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Orthometric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651760" y="3749040"/>
            <a:ext cx="20116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003A5D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Óssea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46320" y="3749040"/>
            <a:ext cx="20116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003A5D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Traumec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040880" y="3749040"/>
            <a:ext cx="20116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003A5D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Razek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" y="4389120"/>
            <a:ext cx="20116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003A5D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651760" y="4389120"/>
            <a:ext cx="20116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003A5D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Russer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846320" y="4389120"/>
            <a:ext cx="20116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003A5D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TechImport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040880" y="4389120"/>
            <a:ext cx="20116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003A5D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Toride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57200" y="5029200"/>
            <a:ext cx="20116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003A5D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Ultradent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2651760" y="5029200"/>
            <a:ext cx="20116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003A5D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Vincula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3A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Piloto de Baixo Risco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1828800" cy="36576"/>
          </a:xfrm>
          <a:prstGeom prst="rect">
            <a:avLst/>
          </a:prstGeom>
          <a:solidFill>
            <a:srgbClr val="EF7737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Comece pequeno, escale com confiança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737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Lote Piloto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057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10-50 peças para validação de processo e aprovação de amostras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560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Documentação Completa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8803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PPAP, FAI, certificados de material e relatórios dimensionais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3383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Feedback Rápido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3703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Iterações ágeis para otimização de design e processo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Transição Suave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4526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Escalada para produção sem requalificação de processo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03A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Próximos Passos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1828800" cy="36576"/>
          </a:xfrm>
          <a:prstGeom prst="rect">
            <a:avLst/>
          </a:prstGeom>
          <a:solidFill>
            <a:srgbClr val="EF7737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280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Vamos conversar sobre seu projeto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011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Reunião Técnica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2377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Discussão de requisitos, volumes e cronograma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3017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Cotação Detalhada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3383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Proposta com breakdown de custos e lead times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4023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Lote Piloto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Validação de processo com peças reais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Produção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7200" y="5394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Fornecimento contínuo com qualidade garantida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5943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F77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contato@lifetrekmedical.com.br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62636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F77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+55 (47) 3333-0000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5836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F77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www.lifetrekmedical.com.br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Lifetrek Medical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Lifetrek Medical - Sales Pitch Deck</dc:title>
  <dc:subject>Manufatura Contratada ISO 13485</dc:subject>
  <dc:creator>Lifetrek Medical</dc:creator>
  <cp:lastModifiedBy>Lifetrek Medical</cp:lastModifiedBy>
  <cp:revision>1</cp:revision>
  <dcterms:created xsi:type="dcterms:W3CDTF">2025-12-11T18:57:30Z</dcterms:created>
  <dcterms:modified xsi:type="dcterms:W3CDTF">2025-12-11T18:57:30Z</dcterms:modified>
</cp:coreProperties>
</file>