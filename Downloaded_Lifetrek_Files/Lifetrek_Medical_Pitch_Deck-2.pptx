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FETREK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3A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Lifetrek Medical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Manufatura Contratada ISO 13485 para Implantes e Instrumentos Cirúrgicos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CAD ao componente embalado em sala limpa, com qualidade zero-defeito e rastreabilidade regulatória completa.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5303520"/>
            <a:ext cx="2743200" cy="45720"/>
          </a:xfrm>
          <a:prstGeom prst="rect">
            <a:avLst/>
          </a:prstGeom>
          <a:solidFill>
            <a:srgbClr val="EF77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Fabricamos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podem comprometer a vida dos seus pacientes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OEMs de Implantes Ortopédicos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Trauma, coluna, extremidades superiores e inferiores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Fabricantes de Dispositivos Dentais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Implantes, instrumentos e componentes protéticos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de Implantes Veterinários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Hospitais e Sistemas de Saúde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 customizados e ferramentas específicas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OEM / Contract Manufacturing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que precisam de capacidade de manufatura certificada ISO 13485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003A5D"/>
          </a:solidFill>
          <a:ln w="25400">
            <a:solidFill>
              <a:srgbClr val="EF7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seu produto entra em um corpo humano ou animal, nós fabricamos como se nossa própria vida dependesse disso."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comuns na manufatura de dispositivos médicos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Inconsistente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Tolerâncias que variam entre lotes, causando recalls e custos ocultos de retrabalho.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Fraca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rastreabilidade lote-a-lote e registros auditáveis para reguladores.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em Lançamentos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times imprevisíveis que atrasam estudos clínicos e aprovações de mercado.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Contaminação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 sem ambiente controlado que comprometem a esterilidade do produto final.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sem ISO 13485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entendem requisitos médicos e não têm sistemas de qualidade certificados.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Lote Ruim = Dano Permanente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destruída, confiança de médicos perdida e processos legais custosos.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Promessa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 = Manufatura "sem surpresas"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Exclusivo Médico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anos exclusivamente em implantes e instrumentos cirúrgicos. Não fazemos automotive, aerospace ou consumer. Apenas medical.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 Certificado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13485:2016 completo, com auditorias anuais. Sistemas de qualidade que funcionam de verdade.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Zero-Defeito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ZEISS 3D, inspeção óptica automatizada, análise de dureza e rugosidade. Medimos tudo, documentamos tudo.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Auditoria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 desde matéria-prima até embalagem final. Seus auditores vão adorar nossos arquivos.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Ortopédicos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Placas e parafusos de trauma, sistemas de fusão espinhal, implantes de membros superiores/inferiores, fixação craniana.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Brocas, fresas, alargadores, guides de perfuração, instrumentais para cirurgias complexas e ferramentas customizadas.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Dentais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dentários, pilares protéticos, componentes para sistemas de fixação e instrumentos específicos.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Veterinários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porte, placas, parafusos e sistemas de fixação veterinários.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desenho a componentes sterile-ready em 6 etapas controladas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Engenharia de Valor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DFM, otimização para manufaturabilidade, seleção de materiais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Programação CAM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usinagem, simulação de colisão, validação de ferramentas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Usinagem de Precisão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Swiss-type, 5-axis, multi-tasking com controle SPC em tempo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Acabamento de Superfície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Eletropolimento, passivação, anodização, laser marking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Inspeção e Metrologia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3D, óptica automatizada, testes de dureza e rugosidade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Embalagem Sterile-Ready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limpa ISO 8, embalagem validada, rotulagem rastreável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de Manufatura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de ponta para precisão micrométrica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L20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 CNC para peças de alta precisão até Ø20mm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M32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Multi-tasking para geometrias complexas até Ø32mm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Doosan Lynx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Torneamento CNC de alta velocidade e rigidez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FANUC Robodrill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usinagem 5-axis para instrumentos e componentes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Metrologia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certificada em cada medição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ZEISS Contura CMM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medição por coordenadas 3D com precisão micrométrica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Óptica CNC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 de medição óptica para controle dimensional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Rugosidade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Perfilômetros para caracterização de superfície Ra, Rz, Rmax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Dureza e Metalografia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Rockwell, Vickers e análise microestrutural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Cleanrooms ISO 8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controlado para embalagem sterile-ready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ISO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com controle de partículas, temperatura e umidade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Laminar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Estações de trabalho com ar filtrado HEPA para operações críticas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Embalagem Validada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de selagem validados para esterilização 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rastreável desde matéria-prima até embalagem final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Clientes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confiam em nossa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Neoortho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 Dental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Orthometric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Óssea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Traumec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TechImport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Ultradent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Baixo Risco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pequeno, escale com confiança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Piloto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 peças para validação de processo e aprovação de amostras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Completa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PPAP, FAI, certificados de material e relatórios dimensionais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Rápido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Iterações ágeis para otimização de design e processo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Suave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 para produção sem requalificação de processo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 sobre seu projeto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Reunião Técnica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de requisitos, volumes e cronograma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Cotação Detalhada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 breakdown de custos e lead times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Lote Piloto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processo com peças reais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Produção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Fornecimento contínuo com qualidade garantida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contato@lifetrekmedical.com.br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(47) 3333-0000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www.lifetrekmedical.com.br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Lifetrek Medical - Sales Pitch Deck</dc:title>
  <dc:subject>Manufatura Contratada ISO 13485</dc:subject>
  <dc:creator>Lifetrek Medical</dc:creator>
  <cp:lastModifiedBy>Lifetrek Medical</cp:lastModifiedBy>
  <cp:revision>1</cp:revision>
  <dcterms:created xsi:type="dcterms:W3CDTF">2025-12-05T19:15:36Z</dcterms:created>
  <dcterms:modified xsi:type="dcterms:W3CDTF">2025-12-05T19:15:36Z</dcterms:modified>
</cp:coreProperties>
</file>